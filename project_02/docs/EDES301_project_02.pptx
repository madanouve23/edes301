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61" r:id="rId2"/>
    <p:sldId id="650" r:id="rId3"/>
    <p:sldId id="367" r:id="rId4"/>
    <p:sldId id="592" r:id="rId5"/>
    <p:sldId id="64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6" autoAdjust="0"/>
    <p:restoredTop sz="94706" autoAdjust="0"/>
  </p:normalViewPr>
  <p:slideViewPr>
    <p:cSldViewPr>
      <p:cViewPr varScale="1">
        <p:scale>
          <a:sx n="89" d="100"/>
          <a:sy n="89" d="100"/>
        </p:scale>
        <p:origin x="331" y="101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2" d="100"/>
          <a:sy n="82" d="100"/>
        </p:scale>
        <p:origin x="3852" y="7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41DB8-B66F-4DC8-A96E-33677E0F90FF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04A0D4-B89B-4ADD-AF9E-38636B40EE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49C4A-65AC-492D-9701-81B46C3AD0E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869989-EB00-4EE7-BCB5-25BDC5BB2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Straight Connector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oup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Straight Connector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oup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Straight Connector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Straight Connector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oup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Straight Connector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Straight Connector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0"/>
            <a:ext cx="10972800" cy="47243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74B5B-21A0-4192-BF4C-38187F1A68D8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Straight Connector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Straight Connector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oup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Straight Connector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Straight Connector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Straight Connector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oup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Straight Connector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Straight Connector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58" name="Straight Connector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5CF7C-B333-48E1-A4A6-83A3C8B73AC0}" type="datetime1">
              <a:rPr lang="en-US" smtClean="0"/>
              <a:t>5/6/2026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20762-5CBF-4210-AB54-376B091119F8}" type="datetime1">
              <a:rPr lang="en-US" smtClean="0"/>
              <a:t>5/6/2026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DB371-BF5F-4058-A212-1A908E4D2674}" type="datetime1">
              <a:rPr lang="en-US" smtClean="0"/>
              <a:t>5/6/2026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oup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Straight Connector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oup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Straight Connector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Straight Connector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Straight Connector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Straight Connector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oup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Straight Connector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Straight Connector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Straight Connector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Straight Connector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Straight Connector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Straight Connector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oup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Straight Connector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Straight Connector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Straight Connector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Straight Connector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Straight Connector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oup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Straight Connector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Straight Connector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Straight Connector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Straight Connector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Straight Connector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Straight Connector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Footer Placeholder 2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212" name="Date Placeholder 2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4083B-90AA-48CF-BAD5-00AA24D7F288}" type="datetime1">
              <a:rPr lang="en-US" smtClean="0"/>
              <a:t>5/6/2026</a:t>
            </a:fld>
            <a:endParaRPr lang="en-US"/>
          </a:p>
        </p:txBody>
      </p:sp>
      <p:sp>
        <p:nvSpPr>
          <p:cNvPr id="214" name="Slide Number Placeholder 2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Straight Connector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Straight Connector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oup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Straight Connector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Straight Connector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oup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ctangle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60" name="Straight Connector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5BAF629-ECA2-4CF3-B790-9D9BDED98269}" type="datetime1">
              <a:rPr lang="en-US" smtClean="0"/>
              <a:pPr/>
              <a:t>5/6/2026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Straight Connector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Straight Connector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oup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Straight Connector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Connector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Straight Connector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Straight Connector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oup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Straight Connector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Straight Connector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Straight Connector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ctangle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A29A4-78C8-47AB-BA06-22CB45938951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4ACF-2D82-46F2-A8E9-23963AA34E86}" type="datetime1">
              <a:rPr lang="en-US" smtClean="0"/>
              <a:t>5/6/2026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1375A4-56A4-47D6-9801-19915720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oup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Straight Connector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oup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Straight Connector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oup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Straight Connector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Straight Connector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oup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Straight Connector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oup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Straight Connector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Straight Connector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Connector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Connector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Connector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48" name="Straight Connector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B51B2453-8663-4C69-AF73-9FD7B1DEC5D0}" type="datetime1">
              <a:rPr lang="en-US" smtClean="0"/>
              <a:pPr/>
              <a:t>5/6/2026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31375A4-56A4-47D6-9801-1991572033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3844" y="1909346"/>
            <a:ext cx="9907555" cy="3383280"/>
          </a:xfrm>
        </p:spPr>
        <p:txBody>
          <a:bodyPr>
            <a:normAutofit/>
          </a:bodyPr>
          <a:lstStyle/>
          <a:p>
            <a:r>
              <a:rPr lang="en-US" sz="6000" dirty="0"/>
              <a:t>EDES 301</a:t>
            </a:r>
            <a:br>
              <a:rPr lang="en-US" sz="6000" dirty="0"/>
            </a:br>
            <a:br>
              <a:rPr lang="en-US" dirty="0"/>
            </a:br>
            <a:r>
              <a:rPr lang="en-US" sz="6000" dirty="0"/>
              <a:t>PCB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1120636"/>
          </a:xfrm>
        </p:spPr>
        <p:txBody>
          <a:bodyPr>
            <a:normAutofit/>
          </a:bodyPr>
          <a:lstStyle/>
          <a:p>
            <a:r>
              <a:rPr lang="en-US" dirty="0"/>
              <a:t>Adam Vuong</a:t>
            </a:r>
          </a:p>
          <a:p>
            <a:endParaRPr lang="en-US" dirty="0"/>
          </a:p>
          <a:p>
            <a:r>
              <a:rPr lang="en-US" dirty="0"/>
              <a:t>Due 05/05/2025 @ 11:59pm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581E7-53E9-00F3-DD47-94391B885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9CDA4-A78B-2EEF-4173-30B96B988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choose one of two options: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Create a PCB based on your Project #1</a:t>
            </a:r>
          </a:p>
          <a:p>
            <a:pPr marL="617220" lvl="1" indent="-342900">
              <a:buFont typeface="+mj-lt"/>
              <a:buAutoNum type="arabicPeriod"/>
            </a:pPr>
            <a:r>
              <a:rPr lang="en-US" dirty="0"/>
              <a:t>Create a PCB based on an example project</a:t>
            </a:r>
          </a:p>
          <a:p>
            <a:pPr lvl="1"/>
            <a:endParaRPr lang="en-US" dirty="0"/>
          </a:p>
          <a:p>
            <a:r>
              <a:rPr lang="en-US" dirty="0"/>
              <a:t>See Project #2 assignment for specific details</a:t>
            </a:r>
          </a:p>
          <a:p>
            <a:pPr lvl="1"/>
            <a:r>
              <a:rPr lang="en-US" dirty="0"/>
              <a:t>If choosing Option 1</a:t>
            </a:r>
          </a:p>
          <a:p>
            <a:pPr lvl="2"/>
            <a:r>
              <a:rPr lang="en-US" dirty="0"/>
              <a:t>Replace Background Information and System Block Diagram slides with your slides from the Project #1 proposal</a:t>
            </a:r>
          </a:p>
          <a:p>
            <a:pPr lvl="2"/>
            <a:r>
              <a:rPr lang="en-US" dirty="0"/>
              <a:t>Create a Mechanical Drawing </a:t>
            </a:r>
          </a:p>
          <a:p>
            <a:pPr lvl="1"/>
            <a:r>
              <a:rPr lang="en-US" dirty="0"/>
              <a:t>If choosing Option 2</a:t>
            </a:r>
          </a:p>
          <a:p>
            <a:pPr lvl="2"/>
            <a:r>
              <a:rPr lang="en-US" dirty="0"/>
              <a:t>Used provided Background Information and System Block Diagram slides</a:t>
            </a:r>
          </a:p>
          <a:p>
            <a:pPr lvl="2"/>
            <a:r>
              <a:rPr lang="en-US" dirty="0"/>
              <a:t>Create a Mechanical Drawing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964082-65D9-47E6-2FC9-D883EFCC4193}"/>
              </a:ext>
            </a:extLst>
          </p:cNvPr>
          <p:cNvSpPr txBox="1"/>
          <p:nvPr/>
        </p:nvSpPr>
        <p:spPr>
          <a:xfrm>
            <a:off x="2880719" y="6286500"/>
            <a:ext cx="6635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/>
              <a:t>Remove this slide in your submission</a:t>
            </a:r>
          </a:p>
        </p:txBody>
      </p:sp>
    </p:spTree>
    <p:extLst>
      <p:ext uri="{BB962C8B-B14F-4D97-AF65-F5344CB8AC3E}">
        <p14:creationId xmlns:p14="http://schemas.microsoft.com/office/powerpoint/2010/main" val="2452378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A49-57C9-4BE3-8B38-E944EB819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8AE04-697D-4784-A672-E28DA6A47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5400"/>
            <a:ext cx="7086600" cy="4724399"/>
          </a:xfrm>
        </p:spPr>
        <p:txBody>
          <a:bodyPr/>
          <a:lstStyle/>
          <a:p>
            <a:r>
              <a:rPr lang="en-US" dirty="0"/>
              <a:t>Create a PCB for Drip-AID</a:t>
            </a:r>
          </a:p>
          <a:p>
            <a:pPr lvl="1"/>
            <a:r>
              <a:rPr lang="en-US" dirty="0"/>
              <a:t>Remote IV drip rate monitor</a:t>
            </a:r>
          </a:p>
          <a:p>
            <a:pPr lvl="1"/>
            <a:r>
              <a:rPr lang="en-US" dirty="0"/>
              <a:t>Will be modeling the hub (component with screen and keypad)</a:t>
            </a:r>
          </a:p>
          <a:p>
            <a:r>
              <a:rPr lang="en-US" dirty="0"/>
              <a:t>Hardware:</a:t>
            </a:r>
          </a:p>
          <a:p>
            <a:pPr lvl="1"/>
            <a:r>
              <a:rPr lang="en-US" dirty="0"/>
              <a:t>12-digit number keypad</a:t>
            </a:r>
          </a:p>
          <a:p>
            <a:pPr lvl="1"/>
            <a:r>
              <a:rPr lang="en-US" dirty="0"/>
              <a:t>Two GX-12 cable ports (possible to do four ports)</a:t>
            </a:r>
          </a:p>
          <a:p>
            <a:pPr lvl="1"/>
            <a:r>
              <a:rPr lang="en-US" dirty="0"/>
              <a:t>Six Buttons (three multifunctional options, set drip rate, mute, pause/continue monitoring)</a:t>
            </a:r>
          </a:p>
          <a:p>
            <a:pPr lvl="1"/>
            <a:r>
              <a:rPr lang="en-US" dirty="0"/>
              <a:t>4-inch LCD screen</a:t>
            </a:r>
          </a:p>
          <a:p>
            <a:pPr lvl="1"/>
            <a:r>
              <a:rPr lang="en-US" dirty="0"/>
              <a:t>One buzzer (audio alarm)</a:t>
            </a:r>
          </a:p>
          <a:p>
            <a:pPr lvl="1"/>
            <a:r>
              <a:rPr lang="en-US" dirty="0"/>
              <a:t>Raspberry Pi Pico W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80A018-F900-26C1-03E1-611A7EB6920C}"/>
              </a:ext>
            </a:extLst>
          </p:cNvPr>
          <p:cNvSpPr txBox="1"/>
          <p:nvPr/>
        </p:nvSpPr>
        <p:spPr>
          <a:xfrm>
            <a:off x="1771453" y="6286500"/>
            <a:ext cx="8853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Replace this slide with your own if you are doing a PCB around your Project #1</a:t>
            </a:r>
          </a:p>
        </p:txBody>
      </p:sp>
      <p:pic>
        <p:nvPicPr>
          <p:cNvPr id="5" name="Picture 4" descr="A white medical device with a screen and buttons&#10;&#10;AI-generated content may be incorrect.">
            <a:extLst>
              <a:ext uri="{FF2B5EF4-FFF2-40B4-BE49-F238E27FC236}">
                <a16:creationId xmlns:a16="http://schemas.microsoft.com/office/drawing/2014/main" id="{10180048-8233-B748-6032-BF00A5C912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43014"/>
            <a:ext cx="3505200" cy="601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531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9DF62-72FD-42C4-ABC1-3574A78A4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914401"/>
          </a:xfrm>
        </p:spPr>
        <p:txBody>
          <a:bodyPr/>
          <a:lstStyle/>
          <a:p>
            <a:r>
              <a:rPr lang="en-US" dirty="0"/>
              <a:t>System Block Diagram – Drip-AID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DE4AD7-B68C-4F5F-A0F1-18CEAE40D103}"/>
              </a:ext>
            </a:extLst>
          </p:cNvPr>
          <p:cNvSpPr/>
          <p:nvPr/>
        </p:nvSpPr>
        <p:spPr>
          <a:xfrm>
            <a:off x="609600" y="1295400"/>
            <a:ext cx="10972800" cy="4572000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C597830-019F-E1EB-2960-C256391549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3388" y="1409700"/>
            <a:ext cx="5605224" cy="4332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579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180C6-AA0A-4ECF-9541-CCAFC7CAE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 dirty="0"/>
              <a:t>Mechanical Drawing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3A45F3-BFA3-4D55-A8FE-B5142100AC62}"/>
              </a:ext>
            </a:extLst>
          </p:cNvPr>
          <p:cNvSpPr txBox="1"/>
          <p:nvPr/>
        </p:nvSpPr>
        <p:spPr>
          <a:xfrm>
            <a:off x="3352800" y="5257800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FRONT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F471EFC-E8D5-48D9-82C4-2134548FBF50}"/>
              </a:ext>
            </a:extLst>
          </p:cNvPr>
          <p:cNvSpPr txBox="1"/>
          <p:nvPr/>
        </p:nvSpPr>
        <p:spPr>
          <a:xfrm>
            <a:off x="8915400" y="5257800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7D06BF2-E67A-D461-7172-73C28C3527C9}"/>
              </a:ext>
            </a:extLst>
          </p:cNvPr>
          <p:cNvSpPr/>
          <p:nvPr/>
        </p:nvSpPr>
        <p:spPr>
          <a:xfrm>
            <a:off x="1524000" y="1600200"/>
            <a:ext cx="4572000" cy="3048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4C3E2E7-8C4B-9A3D-15C2-6B603BA51F8A}"/>
              </a:ext>
            </a:extLst>
          </p:cNvPr>
          <p:cNvCxnSpPr>
            <a:cxnSpLocks/>
          </p:cNvCxnSpPr>
          <p:nvPr/>
        </p:nvCxnSpPr>
        <p:spPr>
          <a:xfrm>
            <a:off x="1524000" y="1371600"/>
            <a:ext cx="1828800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DD81F567-2D2E-923A-5105-D7EEA60E0B08}"/>
              </a:ext>
            </a:extLst>
          </p:cNvPr>
          <p:cNvCxnSpPr>
            <a:cxnSpLocks/>
          </p:cNvCxnSpPr>
          <p:nvPr/>
        </p:nvCxnSpPr>
        <p:spPr>
          <a:xfrm>
            <a:off x="4267200" y="1371600"/>
            <a:ext cx="182880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360F1DD-0699-4F7C-C8CC-7EAEC3DC700D}"/>
              </a:ext>
            </a:extLst>
          </p:cNvPr>
          <p:cNvCxnSpPr/>
          <p:nvPr/>
        </p:nvCxnSpPr>
        <p:spPr>
          <a:xfrm>
            <a:off x="6096000" y="1295400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1745278-DD32-C924-B285-DED5367894BA}"/>
              </a:ext>
            </a:extLst>
          </p:cNvPr>
          <p:cNvCxnSpPr>
            <a:cxnSpLocks/>
          </p:cNvCxnSpPr>
          <p:nvPr/>
        </p:nvCxnSpPr>
        <p:spPr>
          <a:xfrm>
            <a:off x="1524000" y="1295400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D46C3A89-9AB8-2B59-FCF1-B759C4E46B38}"/>
              </a:ext>
            </a:extLst>
          </p:cNvPr>
          <p:cNvSpPr txBox="1"/>
          <p:nvPr/>
        </p:nvSpPr>
        <p:spPr>
          <a:xfrm>
            <a:off x="3657600" y="1219200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5”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0BF475A-E0B6-2895-A38E-F3530354B1FA}"/>
              </a:ext>
            </a:extLst>
          </p:cNvPr>
          <p:cNvCxnSpPr>
            <a:cxnSpLocks/>
          </p:cNvCxnSpPr>
          <p:nvPr/>
        </p:nvCxnSpPr>
        <p:spPr>
          <a:xfrm>
            <a:off x="6324600" y="1600200"/>
            <a:ext cx="0" cy="1295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F6B886D-4186-CB66-C9D5-51146F86DFB7}"/>
              </a:ext>
            </a:extLst>
          </p:cNvPr>
          <p:cNvCxnSpPr>
            <a:cxnSpLocks/>
          </p:cNvCxnSpPr>
          <p:nvPr/>
        </p:nvCxnSpPr>
        <p:spPr>
          <a:xfrm>
            <a:off x="6248400" y="16002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B7BBFD02-9361-B143-EBEA-EE4FAC955950}"/>
              </a:ext>
            </a:extLst>
          </p:cNvPr>
          <p:cNvCxnSpPr>
            <a:cxnSpLocks/>
          </p:cNvCxnSpPr>
          <p:nvPr/>
        </p:nvCxnSpPr>
        <p:spPr>
          <a:xfrm flipV="1">
            <a:off x="6324600" y="3352800"/>
            <a:ext cx="0" cy="12954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61CC375-933F-B9AC-3B25-8D2783617DCE}"/>
              </a:ext>
            </a:extLst>
          </p:cNvPr>
          <p:cNvSpPr txBox="1"/>
          <p:nvPr/>
        </p:nvSpPr>
        <p:spPr>
          <a:xfrm>
            <a:off x="6172200" y="2971800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4”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D8B375A-87A9-43EC-A559-3FDAB277E1DF}"/>
              </a:ext>
            </a:extLst>
          </p:cNvPr>
          <p:cNvSpPr/>
          <p:nvPr/>
        </p:nvSpPr>
        <p:spPr>
          <a:xfrm>
            <a:off x="3668347" y="1891725"/>
            <a:ext cx="892907" cy="697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9A2D911-101B-DA4E-E942-EBFBC6319E25}"/>
              </a:ext>
            </a:extLst>
          </p:cNvPr>
          <p:cNvCxnSpPr>
            <a:cxnSpLocks/>
          </p:cNvCxnSpPr>
          <p:nvPr/>
        </p:nvCxnSpPr>
        <p:spPr>
          <a:xfrm>
            <a:off x="1524000" y="4876800"/>
            <a:ext cx="762000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0F2E49B-130C-589E-EDC1-3EE5B4388264}"/>
              </a:ext>
            </a:extLst>
          </p:cNvPr>
          <p:cNvCxnSpPr>
            <a:cxnSpLocks/>
          </p:cNvCxnSpPr>
          <p:nvPr/>
        </p:nvCxnSpPr>
        <p:spPr>
          <a:xfrm>
            <a:off x="3124200" y="4876800"/>
            <a:ext cx="426036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69ADECC-0546-5476-B40B-8669DB74B1D7}"/>
              </a:ext>
            </a:extLst>
          </p:cNvPr>
          <p:cNvCxnSpPr>
            <a:cxnSpLocks/>
          </p:cNvCxnSpPr>
          <p:nvPr/>
        </p:nvCxnSpPr>
        <p:spPr>
          <a:xfrm>
            <a:off x="3550236" y="4800600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98DC235-338D-2A7F-AE6E-F19933CDB9D4}"/>
              </a:ext>
            </a:extLst>
          </p:cNvPr>
          <p:cNvCxnSpPr>
            <a:cxnSpLocks/>
          </p:cNvCxnSpPr>
          <p:nvPr/>
        </p:nvCxnSpPr>
        <p:spPr>
          <a:xfrm>
            <a:off x="1524000" y="4800600"/>
            <a:ext cx="0" cy="1524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13B0CC6-D573-D491-13EF-22B9BFE6B06D}"/>
              </a:ext>
            </a:extLst>
          </p:cNvPr>
          <p:cNvSpPr txBox="1"/>
          <p:nvPr/>
        </p:nvSpPr>
        <p:spPr>
          <a:xfrm>
            <a:off x="2438400" y="4724400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2”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A763731-EAAB-C99B-313C-042FC446CBEB}"/>
              </a:ext>
            </a:extLst>
          </p:cNvPr>
          <p:cNvSpPr/>
          <p:nvPr/>
        </p:nvSpPr>
        <p:spPr>
          <a:xfrm>
            <a:off x="4648200" y="1714500"/>
            <a:ext cx="1333500" cy="2857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4.0-inch TFT LCD screen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0E3DDAA3-C8F7-7879-420C-03F687F9E875}"/>
              </a:ext>
            </a:extLst>
          </p:cNvPr>
          <p:cNvSpPr/>
          <p:nvPr/>
        </p:nvSpPr>
        <p:spPr>
          <a:xfrm>
            <a:off x="8077200" y="2057400"/>
            <a:ext cx="3352800" cy="1905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Raspberry Pi Pico W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762CB88-F95F-C835-1C9A-414D30EAE47C}"/>
              </a:ext>
            </a:extLst>
          </p:cNvPr>
          <p:cNvSpPr/>
          <p:nvPr/>
        </p:nvSpPr>
        <p:spPr>
          <a:xfrm>
            <a:off x="1638301" y="2784164"/>
            <a:ext cx="1915745" cy="167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12-button Keypad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EFCE7DBE-DA7D-D940-8732-A51181FBDD28}"/>
              </a:ext>
            </a:extLst>
          </p:cNvPr>
          <p:cNvSpPr/>
          <p:nvPr/>
        </p:nvSpPr>
        <p:spPr>
          <a:xfrm>
            <a:off x="7105162" y="163830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Buzzer</a:t>
            </a:r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5F57754-5D0A-901F-9F5F-69438DDF2346}"/>
              </a:ext>
            </a:extLst>
          </p:cNvPr>
          <p:cNvCxnSpPr>
            <a:cxnSpLocks/>
          </p:cNvCxnSpPr>
          <p:nvPr/>
        </p:nvCxnSpPr>
        <p:spPr>
          <a:xfrm>
            <a:off x="6248400" y="46482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Rectangle 75">
            <a:extLst>
              <a:ext uri="{FF2B5EF4-FFF2-40B4-BE49-F238E27FC236}">
                <a16:creationId xmlns:a16="http://schemas.microsoft.com/office/drawing/2014/main" id="{19804A33-AEF8-C00D-B12F-3FFA2996D7A4}"/>
              </a:ext>
            </a:extLst>
          </p:cNvPr>
          <p:cNvSpPr/>
          <p:nvPr/>
        </p:nvSpPr>
        <p:spPr>
          <a:xfrm>
            <a:off x="7010400" y="1600200"/>
            <a:ext cx="4572000" cy="3048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123C568-512E-895D-C192-CBDC07959F1E}"/>
              </a:ext>
            </a:extLst>
          </p:cNvPr>
          <p:cNvSpPr txBox="1"/>
          <p:nvPr/>
        </p:nvSpPr>
        <p:spPr>
          <a:xfrm rot="16200000">
            <a:off x="10904089" y="2811911"/>
            <a:ext cx="659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USB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72F1599-885E-0F4F-4534-FB747A601377}"/>
              </a:ext>
            </a:extLst>
          </p:cNvPr>
          <p:cNvSpPr/>
          <p:nvPr/>
        </p:nvSpPr>
        <p:spPr>
          <a:xfrm>
            <a:off x="3668347" y="2807838"/>
            <a:ext cx="892907" cy="697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5F2C8E7-D1AA-476E-691B-6BDEF2026819}"/>
              </a:ext>
            </a:extLst>
          </p:cNvPr>
          <p:cNvSpPr/>
          <p:nvPr/>
        </p:nvSpPr>
        <p:spPr>
          <a:xfrm>
            <a:off x="3668346" y="3733692"/>
            <a:ext cx="892907" cy="697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DE3918A-6D3D-F844-4242-484222534379}"/>
              </a:ext>
            </a:extLst>
          </p:cNvPr>
          <p:cNvSpPr/>
          <p:nvPr/>
        </p:nvSpPr>
        <p:spPr>
          <a:xfrm>
            <a:off x="2633785" y="1899273"/>
            <a:ext cx="892907" cy="697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A6769D6-CF42-1304-137C-D2A39C2F4EA3}"/>
              </a:ext>
            </a:extLst>
          </p:cNvPr>
          <p:cNvSpPr/>
          <p:nvPr/>
        </p:nvSpPr>
        <p:spPr>
          <a:xfrm>
            <a:off x="1566985" y="1899273"/>
            <a:ext cx="892907" cy="697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Button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07B72646-8FAD-C9BC-63EA-3C25D27A2BF1}"/>
              </a:ext>
            </a:extLst>
          </p:cNvPr>
          <p:cNvCxnSpPr>
            <a:cxnSpLocks/>
          </p:cNvCxnSpPr>
          <p:nvPr/>
        </p:nvCxnSpPr>
        <p:spPr>
          <a:xfrm>
            <a:off x="6858000" y="1600200"/>
            <a:ext cx="0" cy="228600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C0C7BD1-5254-561E-558D-ECCA07040B37}"/>
              </a:ext>
            </a:extLst>
          </p:cNvPr>
          <p:cNvCxnSpPr>
            <a:cxnSpLocks/>
          </p:cNvCxnSpPr>
          <p:nvPr/>
        </p:nvCxnSpPr>
        <p:spPr>
          <a:xfrm>
            <a:off x="6781800" y="16002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4CD43B0D-6C04-FB81-D9C9-92A8FA105982}"/>
              </a:ext>
            </a:extLst>
          </p:cNvPr>
          <p:cNvCxnSpPr>
            <a:cxnSpLocks/>
          </p:cNvCxnSpPr>
          <p:nvPr/>
        </p:nvCxnSpPr>
        <p:spPr>
          <a:xfrm flipV="1">
            <a:off x="6870192" y="2209693"/>
            <a:ext cx="0" cy="343007"/>
          </a:xfrm>
          <a:prstGeom prst="line">
            <a:avLst/>
          </a:prstGeom>
          <a:ln w="12700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FF316AA0-678A-8297-5630-2D9237ED7D74}"/>
              </a:ext>
            </a:extLst>
          </p:cNvPr>
          <p:cNvCxnSpPr>
            <a:cxnSpLocks/>
          </p:cNvCxnSpPr>
          <p:nvPr/>
        </p:nvCxnSpPr>
        <p:spPr>
          <a:xfrm>
            <a:off x="6793992" y="2552700"/>
            <a:ext cx="152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5ED401D5-AAB5-F71E-AAF5-C0F948F74142}"/>
              </a:ext>
            </a:extLst>
          </p:cNvPr>
          <p:cNvSpPr txBox="1"/>
          <p:nvPr/>
        </p:nvSpPr>
        <p:spPr>
          <a:xfrm>
            <a:off x="6676918" y="1840360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1”</a:t>
            </a:r>
          </a:p>
        </p:txBody>
      </p:sp>
    </p:spTree>
    <p:extLst>
      <p:ext uri="{BB962C8B-B14F-4D97-AF65-F5344CB8AC3E}">
        <p14:creationId xmlns:p14="http://schemas.microsoft.com/office/powerpoint/2010/main" val="2035144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iamond Grid 16x9">
  <a:themeElements>
    <a:clrScheme name="Custom 3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000000"/>
      </a:hlink>
      <a:folHlink>
        <a:srgbClr val="9F6715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usiness diamond grid presentation (widescreen).potx" id="{B2221865-AD13-4DF0-B68E-BF08E8CC5659}" vid="{BAA0C488-98B6-4F47-8E1C-5C7CD9605F73}"/>
    </a:ext>
  </a:extLst>
</a:theme>
</file>

<file path=ppt/theme/theme2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diamond grid presentation (widescreen)</Template>
  <TotalTime>9047</TotalTime>
  <Words>216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Diamond Grid 16x9</vt:lpstr>
      <vt:lpstr>EDES 301  PCB Project</vt:lpstr>
      <vt:lpstr>Project Options</vt:lpstr>
      <vt:lpstr>Background Information</vt:lpstr>
      <vt:lpstr>System Block Diagram – Drip-AID</vt:lpstr>
      <vt:lpstr>Mechanical Drawing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Layout</dc:title>
  <dc:creator>Erik Welsh</dc:creator>
  <cp:lastModifiedBy>Adam Vuong</cp:lastModifiedBy>
  <cp:revision>425</cp:revision>
  <dcterms:created xsi:type="dcterms:W3CDTF">2018-01-09T20:24:50Z</dcterms:created>
  <dcterms:modified xsi:type="dcterms:W3CDTF">2026-05-07T07:38:23Z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